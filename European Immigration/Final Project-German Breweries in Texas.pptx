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</p:sldIdLst>
  <p:sldSz cy="9753600" cx="13004800"/>
  <p:notesSz cx="6858000" cy="9144000"/>
  <p:embeddedFontLst>
    <p:embeddedFont>
      <p:font typeface="Helvetica Neue"/>
      <p:regular r:id="rId14"/>
      <p:bold r:id="rId15"/>
      <p:italic r:id="rId16"/>
      <p:boldItalic r:id="rId17"/>
    </p:embeddedFont>
    <p:embeddedFont>
      <p:font typeface="Helvetica Neue Light"/>
      <p:regular r:id="rId18"/>
      <p:bold r:id="rId19"/>
      <p:italic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HelveticaNeueLight-italic.fnt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21" Type="http://schemas.openxmlformats.org/officeDocument/2006/relationships/font" Target="fonts/HelveticaNeueLight-boldItalic.fntdata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HelveticaNeue-bold.fntdata"/><Relationship Id="rId14" Type="http://schemas.openxmlformats.org/officeDocument/2006/relationships/font" Target="fonts/HelveticaNeue-regular.fntdata"/><Relationship Id="rId17" Type="http://schemas.openxmlformats.org/officeDocument/2006/relationships/font" Target="fonts/HelveticaNeue-boldItalic.fntdata"/><Relationship Id="rId16" Type="http://schemas.openxmlformats.org/officeDocument/2006/relationships/font" Target="fonts/HelveticaNeue-italic.fntdata"/><Relationship Id="rId5" Type="http://schemas.openxmlformats.org/officeDocument/2006/relationships/slide" Target="slides/slide1.xml"/><Relationship Id="rId19" Type="http://schemas.openxmlformats.org/officeDocument/2006/relationships/font" Target="fonts/HelveticaNeueLight-bold.fntdata"/><Relationship Id="rId6" Type="http://schemas.openxmlformats.org/officeDocument/2006/relationships/slide" Target="slides/slide2.xml"/><Relationship Id="rId18" Type="http://schemas.openxmlformats.org/officeDocument/2006/relationships/font" Target="fonts/HelveticaNeueLight-regular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228600" lvl="1" marL="9144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-228600" lvl="2" marL="13716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-228600" lvl="3" marL="18288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-228600" lvl="4" marL="22860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-228600" lvl="5" marL="27432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-228600" lvl="6" marL="32004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-228600" lvl="7" marL="36576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-228600" lvl="8" marL="41148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&amp; Subtitl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1270000" y="1638300"/>
            <a:ext cx="10464800" cy="3302000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1270000" y="5029200"/>
            <a:ext cx="10464800" cy="11303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 Light"/>
              <a:buNone/>
              <a:defRPr sz="3200"/>
            </a:lvl1pPr>
            <a:lvl2pPr indent="-228600" lvl="1" marL="914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 Light"/>
              <a:buNone/>
              <a:defRPr sz="3200"/>
            </a:lvl2pPr>
            <a:lvl3pPr indent="-228600" lvl="2" marL="1371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 Light"/>
              <a:buNone/>
              <a:defRPr sz="3200"/>
            </a:lvl3pPr>
            <a:lvl4pPr indent="-228600" lvl="3" marL="1828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 Light"/>
              <a:buNone/>
              <a:defRPr sz="3200"/>
            </a:lvl4pPr>
            <a:lvl5pPr indent="-228600" lvl="4" marL="22860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 Light"/>
              <a:buNone/>
              <a:defRPr sz="3200"/>
            </a:lvl5pPr>
            <a:lvl6pPr indent="-314325" lvl="5" marL="2743200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FFFFFF"/>
              </a:buClr>
              <a:buSzPts val="1350"/>
              <a:buChar char="•"/>
              <a:defRPr/>
            </a:lvl6pPr>
            <a:lvl7pPr indent="-314325" lvl="6" marL="3200400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FFFFFF"/>
              </a:buClr>
              <a:buSzPts val="1350"/>
              <a:buChar char="•"/>
              <a:defRPr/>
            </a:lvl7pPr>
            <a:lvl8pPr indent="-314325" lvl="7" marL="3657600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FFFFFF"/>
              </a:buClr>
              <a:buSzPts val="1350"/>
              <a:buChar char="•"/>
              <a:defRPr/>
            </a:lvl8pPr>
            <a:lvl9pPr indent="-314325" lvl="8" marL="4114800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FFFFFF"/>
              </a:buClr>
              <a:buSzPts val="1350"/>
              <a:buChar char="•"/>
              <a:defRPr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6311798" y="9245600"/>
            <a:ext cx="368504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sp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 Light"/>
              <a:buNone/>
              <a:defRPr sz="1800"/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 Light"/>
              <a:buNone/>
              <a:defRPr sz="1800"/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 Light"/>
              <a:buNone/>
              <a:defRPr sz="1800"/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 Light"/>
              <a:buNone/>
              <a:defRPr sz="1800"/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 Light"/>
              <a:buNone/>
              <a:defRPr sz="1800"/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 Light"/>
              <a:buNone/>
              <a:defRPr sz="1800"/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 Light"/>
              <a:buNone/>
              <a:defRPr sz="1800"/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 Light"/>
              <a:buNone/>
              <a:defRPr sz="1800"/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 Light"/>
              <a:buNone/>
              <a:defRPr sz="1800"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&amp; Bullets" type="tx">
  <p:cSld name="TITLE_AND_BOD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952500" y="406400"/>
            <a:ext cx="11099800" cy="212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952500" y="2590800"/>
            <a:ext cx="11099800" cy="628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rmAutofit/>
          </a:bodyPr>
          <a:lstStyle>
            <a:lvl1pPr indent="-314325" lvl="0" marL="457200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FFFFFF"/>
              </a:buClr>
              <a:buSzPts val="1350"/>
              <a:buChar char="•"/>
              <a:defRPr/>
            </a:lvl1pPr>
            <a:lvl2pPr indent="-314325" lvl="1" marL="914400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FFFFFF"/>
              </a:buClr>
              <a:buSzPts val="1350"/>
              <a:buChar char="•"/>
              <a:defRPr/>
            </a:lvl2pPr>
            <a:lvl3pPr indent="-314325" lvl="2" marL="1371600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FFFFFF"/>
              </a:buClr>
              <a:buSzPts val="1350"/>
              <a:buChar char="•"/>
              <a:defRPr/>
            </a:lvl3pPr>
            <a:lvl4pPr indent="-314325" lvl="3" marL="1828800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FFFFFF"/>
              </a:buClr>
              <a:buSzPts val="1350"/>
              <a:buChar char="•"/>
              <a:defRPr/>
            </a:lvl4pPr>
            <a:lvl5pPr indent="-314325" lvl="4" marL="2286000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FFFFFF"/>
              </a:buClr>
              <a:buSzPts val="1350"/>
              <a:buChar char="•"/>
              <a:defRPr/>
            </a:lvl5pPr>
            <a:lvl6pPr indent="-314325" lvl="5" marL="2743200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FFFFFF"/>
              </a:buClr>
              <a:buSzPts val="1350"/>
              <a:buChar char="•"/>
              <a:defRPr/>
            </a:lvl6pPr>
            <a:lvl7pPr indent="-314325" lvl="6" marL="3200400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FFFFFF"/>
              </a:buClr>
              <a:buSzPts val="1350"/>
              <a:buChar char="•"/>
              <a:defRPr/>
            </a:lvl7pPr>
            <a:lvl8pPr indent="-314325" lvl="7" marL="3657600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FFFFFF"/>
              </a:buClr>
              <a:buSzPts val="1350"/>
              <a:buChar char="•"/>
              <a:defRPr/>
            </a:lvl8pPr>
            <a:lvl9pPr indent="-314325" lvl="8" marL="4114800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FFFFFF"/>
              </a:buClr>
              <a:buSzPts val="1350"/>
              <a:buChar char="•"/>
              <a:defRPr/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6311798" y="9245600"/>
            <a:ext cx="368504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sp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 Light"/>
              <a:buNone/>
              <a:defRPr sz="1800"/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 Light"/>
              <a:buNone/>
              <a:defRPr sz="1800"/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 Light"/>
              <a:buNone/>
              <a:defRPr sz="1800"/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 Light"/>
              <a:buNone/>
              <a:defRPr sz="1800"/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 Light"/>
              <a:buNone/>
              <a:defRPr sz="1800"/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 Light"/>
              <a:buNone/>
              <a:defRPr sz="1800"/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 Light"/>
              <a:buNone/>
              <a:defRPr sz="1800"/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 Light"/>
              <a:buNone/>
              <a:defRPr sz="1800"/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 Light"/>
              <a:buNone/>
              <a:defRPr sz="1800"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oto - Horizontal">
  <p:cSld name="Photo - Horizontal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/>
          <p:nvPr>
            <p:ph idx="2" type="pic"/>
          </p:nvPr>
        </p:nvSpPr>
        <p:spPr>
          <a:xfrm>
            <a:off x="1600200" y="635000"/>
            <a:ext cx="9779000" cy="5918200"/>
          </a:xfrm>
          <a:prstGeom prst="rect">
            <a:avLst/>
          </a:prstGeom>
          <a:noFill/>
          <a:ln>
            <a:noFill/>
          </a:ln>
        </p:spPr>
      </p:sp>
      <p:sp>
        <p:nvSpPr>
          <p:cNvPr id="19" name="Google Shape;19;p4"/>
          <p:cNvSpPr txBox="1"/>
          <p:nvPr>
            <p:ph type="title"/>
          </p:nvPr>
        </p:nvSpPr>
        <p:spPr>
          <a:xfrm>
            <a:off x="1270000" y="6718300"/>
            <a:ext cx="10464800" cy="1422400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" type="body"/>
          </p:nvPr>
        </p:nvSpPr>
        <p:spPr>
          <a:xfrm>
            <a:off x="1270000" y="8191500"/>
            <a:ext cx="104648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 Light"/>
              <a:buNone/>
              <a:defRPr sz="3200"/>
            </a:lvl1pPr>
            <a:lvl2pPr indent="-228600" lvl="1" marL="914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 Light"/>
              <a:buNone/>
              <a:defRPr sz="3200"/>
            </a:lvl2pPr>
            <a:lvl3pPr indent="-228600" lvl="2" marL="1371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 Light"/>
              <a:buNone/>
              <a:defRPr sz="3200"/>
            </a:lvl3pPr>
            <a:lvl4pPr indent="-228600" lvl="3" marL="1828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 Light"/>
              <a:buNone/>
              <a:defRPr sz="3200"/>
            </a:lvl4pPr>
            <a:lvl5pPr indent="-228600" lvl="4" marL="22860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 Light"/>
              <a:buNone/>
              <a:defRPr sz="3200"/>
            </a:lvl5pPr>
            <a:lvl6pPr indent="-314325" lvl="5" marL="2743200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FFFFFF"/>
              </a:buClr>
              <a:buSzPts val="1350"/>
              <a:buChar char="•"/>
              <a:defRPr/>
            </a:lvl6pPr>
            <a:lvl7pPr indent="-314325" lvl="6" marL="3200400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FFFFFF"/>
              </a:buClr>
              <a:buSzPts val="1350"/>
              <a:buChar char="•"/>
              <a:defRPr/>
            </a:lvl7pPr>
            <a:lvl8pPr indent="-314325" lvl="7" marL="3657600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FFFFFF"/>
              </a:buClr>
              <a:buSzPts val="1350"/>
              <a:buChar char="•"/>
              <a:defRPr/>
            </a:lvl8pPr>
            <a:lvl9pPr indent="-314325" lvl="8" marL="4114800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FFFFFF"/>
              </a:buClr>
              <a:buSzPts val="1350"/>
              <a:buChar char="•"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2" type="sldNum"/>
          </p:nvPr>
        </p:nvSpPr>
        <p:spPr>
          <a:xfrm>
            <a:off x="6311798" y="9245600"/>
            <a:ext cx="368504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sp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 Light"/>
              <a:buNone/>
              <a:defRPr sz="1800"/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 Light"/>
              <a:buNone/>
              <a:defRPr sz="1800"/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 Light"/>
              <a:buNone/>
              <a:defRPr sz="1800"/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 Light"/>
              <a:buNone/>
              <a:defRPr sz="1800"/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 Light"/>
              <a:buNone/>
              <a:defRPr sz="1800"/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 Light"/>
              <a:buNone/>
              <a:defRPr sz="1800"/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 Light"/>
              <a:buNone/>
              <a:defRPr sz="1800"/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 Light"/>
              <a:buNone/>
              <a:defRPr sz="1800"/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 Light"/>
              <a:buNone/>
              <a:defRPr sz="1800"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- Center">
  <p:cSld name="Title - Center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"/>
          <p:cNvSpPr txBox="1"/>
          <p:nvPr>
            <p:ph type="title"/>
          </p:nvPr>
        </p:nvSpPr>
        <p:spPr>
          <a:xfrm>
            <a:off x="1270000" y="3225800"/>
            <a:ext cx="10464800" cy="330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6311798" y="9245600"/>
            <a:ext cx="368504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sp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 Light"/>
              <a:buNone/>
              <a:defRPr sz="1800"/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 Light"/>
              <a:buNone/>
              <a:defRPr sz="1800"/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 Light"/>
              <a:buNone/>
              <a:defRPr sz="1800"/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 Light"/>
              <a:buNone/>
              <a:defRPr sz="1800"/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 Light"/>
              <a:buNone/>
              <a:defRPr sz="1800"/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 Light"/>
              <a:buNone/>
              <a:defRPr sz="1800"/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 Light"/>
              <a:buNone/>
              <a:defRPr sz="1800"/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 Light"/>
              <a:buNone/>
              <a:defRPr sz="1800"/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 Light"/>
              <a:buNone/>
              <a:defRPr sz="1800"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oto - Vertical">
  <p:cSld name="Photo - Vertical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/>
          <p:nvPr>
            <p:ph idx="2" type="pic"/>
          </p:nvPr>
        </p:nvSpPr>
        <p:spPr>
          <a:xfrm>
            <a:off x="6718300" y="762000"/>
            <a:ext cx="5334000" cy="8242300"/>
          </a:xfrm>
          <a:prstGeom prst="rect">
            <a:avLst/>
          </a:prstGeom>
          <a:noFill/>
          <a:ln>
            <a:noFill/>
          </a:ln>
        </p:spPr>
      </p:sp>
      <p:sp>
        <p:nvSpPr>
          <p:cNvPr id="27" name="Google Shape;27;p6"/>
          <p:cNvSpPr txBox="1"/>
          <p:nvPr>
            <p:ph type="title"/>
          </p:nvPr>
        </p:nvSpPr>
        <p:spPr>
          <a:xfrm>
            <a:off x="952500" y="762000"/>
            <a:ext cx="5334000" cy="4000500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Helvetica Neue Light"/>
              <a:buNone/>
              <a:defRPr sz="6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9pPr>
          </a:lstStyle>
          <a:p/>
        </p:txBody>
      </p:sp>
      <p:sp>
        <p:nvSpPr>
          <p:cNvPr id="28" name="Google Shape;28;p6"/>
          <p:cNvSpPr txBox="1"/>
          <p:nvPr>
            <p:ph idx="1" type="body"/>
          </p:nvPr>
        </p:nvSpPr>
        <p:spPr>
          <a:xfrm>
            <a:off x="952500" y="5003800"/>
            <a:ext cx="5334000" cy="40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 Light"/>
              <a:buNone/>
              <a:defRPr sz="3200"/>
            </a:lvl1pPr>
            <a:lvl2pPr indent="-228600" lvl="1" marL="914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 Light"/>
              <a:buNone/>
              <a:defRPr sz="3200"/>
            </a:lvl2pPr>
            <a:lvl3pPr indent="-228600" lvl="2" marL="1371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 Light"/>
              <a:buNone/>
              <a:defRPr sz="3200"/>
            </a:lvl3pPr>
            <a:lvl4pPr indent="-228600" lvl="3" marL="1828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 Light"/>
              <a:buNone/>
              <a:defRPr sz="3200"/>
            </a:lvl4pPr>
            <a:lvl5pPr indent="-228600" lvl="4" marL="22860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 Light"/>
              <a:buNone/>
              <a:defRPr sz="3200"/>
            </a:lvl5pPr>
            <a:lvl6pPr indent="-314325" lvl="5" marL="2743200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FFFFFF"/>
              </a:buClr>
              <a:buSzPts val="1350"/>
              <a:buChar char="•"/>
              <a:defRPr/>
            </a:lvl6pPr>
            <a:lvl7pPr indent="-314325" lvl="6" marL="3200400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FFFFFF"/>
              </a:buClr>
              <a:buSzPts val="1350"/>
              <a:buChar char="•"/>
              <a:defRPr/>
            </a:lvl7pPr>
            <a:lvl8pPr indent="-314325" lvl="7" marL="3657600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FFFFFF"/>
              </a:buClr>
              <a:buSzPts val="1350"/>
              <a:buChar char="•"/>
              <a:defRPr/>
            </a:lvl8pPr>
            <a:lvl9pPr indent="-314325" lvl="8" marL="4114800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FFFFFF"/>
              </a:buClr>
              <a:buSzPts val="1350"/>
              <a:buChar char="•"/>
              <a:defRPr/>
            </a:lvl9pPr>
          </a:lstStyle>
          <a:p/>
        </p:txBody>
      </p:sp>
      <p:sp>
        <p:nvSpPr>
          <p:cNvPr id="29" name="Google Shape;29;p6"/>
          <p:cNvSpPr txBox="1"/>
          <p:nvPr>
            <p:ph idx="12" type="sldNum"/>
          </p:nvPr>
        </p:nvSpPr>
        <p:spPr>
          <a:xfrm>
            <a:off x="6311798" y="9245600"/>
            <a:ext cx="368504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sp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 Light"/>
              <a:buNone/>
              <a:defRPr sz="1800"/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 Light"/>
              <a:buNone/>
              <a:defRPr sz="1800"/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 Light"/>
              <a:buNone/>
              <a:defRPr sz="1800"/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 Light"/>
              <a:buNone/>
              <a:defRPr sz="1800"/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 Light"/>
              <a:buNone/>
              <a:defRPr sz="1800"/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 Light"/>
              <a:buNone/>
              <a:defRPr sz="1800"/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 Light"/>
              <a:buNone/>
              <a:defRPr sz="1800"/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 Light"/>
              <a:buNone/>
              <a:defRPr sz="1800"/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 Light"/>
              <a:buNone/>
              <a:defRPr sz="1800"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- Top">
  <p:cSld name="Title - Top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7"/>
          <p:cNvSpPr txBox="1"/>
          <p:nvPr>
            <p:ph type="title"/>
          </p:nvPr>
        </p:nvSpPr>
        <p:spPr>
          <a:xfrm>
            <a:off x="952500" y="406400"/>
            <a:ext cx="11099800" cy="212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9pPr>
          </a:lstStyle>
          <a:p/>
        </p:txBody>
      </p:sp>
      <p:sp>
        <p:nvSpPr>
          <p:cNvPr id="32" name="Google Shape;32;p7"/>
          <p:cNvSpPr txBox="1"/>
          <p:nvPr>
            <p:ph idx="12" type="sldNum"/>
          </p:nvPr>
        </p:nvSpPr>
        <p:spPr>
          <a:xfrm>
            <a:off x="6311798" y="9245600"/>
            <a:ext cx="368504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sp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 Light"/>
              <a:buNone/>
              <a:defRPr sz="1800"/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 Light"/>
              <a:buNone/>
              <a:defRPr sz="1800"/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 Light"/>
              <a:buNone/>
              <a:defRPr sz="1800"/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 Light"/>
              <a:buNone/>
              <a:defRPr sz="1800"/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 Light"/>
              <a:buNone/>
              <a:defRPr sz="1800"/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 Light"/>
              <a:buNone/>
              <a:defRPr sz="1800"/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 Light"/>
              <a:buNone/>
              <a:defRPr sz="1800"/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 Light"/>
              <a:buNone/>
              <a:defRPr sz="1800"/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 Light"/>
              <a:buNone/>
              <a:defRPr sz="1800"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ullets &amp; Photo">
  <p:cSld name="Title, Bullets &amp; Photo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/>
          <p:nvPr>
            <p:ph idx="2" type="pic"/>
          </p:nvPr>
        </p:nvSpPr>
        <p:spPr>
          <a:xfrm>
            <a:off x="6718300" y="2590800"/>
            <a:ext cx="5334000" cy="6286500"/>
          </a:xfrm>
          <a:prstGeom prst="rect">
            <a:avLst/>
          </a:prstGeom>
          <a:noFill/>
          <a:ln>
            <a:noFill/>
          </a:ln>
        </p:spPr>
      </p:sp>
      <p:sp>
        <p:nvSpPr>
          <p:cNvPr id="35" name="Google Shape;35;p8"/>
          <p:cNvSpPr txBox="1"/>
          <p:nvPr>
            <p:ph type="title"/>
          </p:nvPr>
        </p:nvSpPr>
        <p:spPr>
          <a:xfrm>
            <a:off x="952500" y="406400"/>
            <a:ext cx="11099800" cy="212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9pPr>
          </a:lstStyle>
          <a:p/>
        </p:txBody>
      </p:sp>
      <p:sp>
        <p:nvSpPr>
          <p:cNvPr id="36" name="Google Shape;36;p8"/>
          <p:cNvSpPr txBox="1"/>
          <p:nvPr>
            <p:ph idx="1" type="body"/>
          </p:nvPr>
        </p:nvSpPr>
        <p:spPr>
          <a:xfrm>
            <a:off x="952500" y="2590800"/>
            <a:ext cx="5334000" cy="628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rmAutofit/>
          </a:bodyPr>
          <a:lstStyle>
            <a:lvl1pPr indent="-361950" lvl="0" marL="4572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Helvetica Neue Light"/>
              <a:buChar char="•"/>
              <a:defRPr sz="2800"/>
            </a:lvl1pPr>
            <a:lvl2pPr indent="-361950" lvl="1" marL="9144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Helvetica Neue Light"/>
              <a:buChar char="•"/>
              <a:defRPr sz="2800"/>
            </a:lvl2pPr>
            <a:lvl3pPr indent="-361950" lvl="2" marL="13716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Helvetica Neue Light"/>
              <a:buChar char="•"/>
              <a:defRPr sz="2800"/>
            </a:lvl3pPr>
            <a:lvl4pPr indent="-361950" lvl="3" marL="18288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Helvetica Neue Light"/>
              <a:buChar char="•"/>
              <a:defRPr sz="2800"/>
            </a:lvl4pPr>
            <a:lvl5pPr indent="-361950" lvl="4" marL="2286000" algn="l">
              <a:lnSpc>
                <a:spcPct val="100000"/>
              </a:lnSpc>
              <a:spcBef>
                <a:spcPts val="380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Helvetica Neue Light"/>
              <a:buChar char="•"/>
              <a:defRPr sz="2800"/>
            </a:lvl5pPr>
            <a:lvl6pPr indent="-314325" lvl="5" marL="2743200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FFFFFF"/>
              </a:buClr>
              <a:buSzPts val="1350"/>
              <a:buChar char="•"/>
              <a:defRPr/>
            </a:lvl6pPr>
            <a:lvl7pPr indent="-314325" lvl="6" marL="3200400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FFFFFF"/>
              </a:buClr>
              <a:buSzPts val="1350"/>
              <a:buChar char="•"/>
              <a:defRPr/>
            </a:lvl7pPr>
            <a:lvl8pPr indent="-314325" lvl="7" marL="3657600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FFFFFF"/>
              </a:buClr>
              <a:buSzPts val="1350"/>
              <a:buChar char="•"/>
              <a:defRPr/>
            </a:lvl8pPr>
            <a:lvl9pPr indent="-314325" lvl="8" marL="4114800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FFFFFF"/>
              </a:buClr>
              <a:buSzPts val="1350"/>
              <a:buChar char="•"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2" type="sldNum"/>
          </p:nvPr>
        </p:nvSpPr>
        <p:spPr>
          <a:xfrm>
            <a:off x="6311798" y="9245600"/>
            <a:ext cx="368504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sp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 Light"/>
              <a:buNone/>
              <a:defRPr sz="1800"/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 Light"/>
              <a:buNone/>
              <a:defRPr sz="1800"/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 Light"/>
              <a:buNone/>
              <a:defRPr sz="1800"/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 Light"/>
              <a:buNone/>
              <a:defRPr sz="1800"/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 Light"/>
              <a:buNone/>
              <a:defRPr sz="1800"/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 Light"/>
              <a:buNone/>
              <a:defRPr sz="1800"/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 Light"/>
              <a:buNone/>
              <a:defRPr sz="1800"/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 Light"/>
              <a:buNone/>
              <a:defRPr sz="1800"/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 Light"/>
              <a:buNone/>
              <a:defRPr sz="1800"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ullets">
  <p:cSld name="Bullet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 txBox="1"/>
          <p:nvPr>
            <p:ph idx="1" type="body"/>
          </p:nvPr>
        </p:nvSpPr>
        <p:spPr>
          <a:xfrm>
            <a:off x="952500" y="1270000"/>
            <a:ext cx="11099800" cy="721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rmAutofit/>
          </a:bodyPr>
          <a:lstStyle>
            <a:lvl1pPr indent="-314325" lvl="0" marL="457200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FFFFFF"/>
              </a:buClr>
              <a:buSzPts val="1350"/>
              <a:buChar char="•"/>
              <a:defRPr/>
            </a:lvl1pPr>
            <a:lvl2pPr indent="-314325" lvl="1" marL="914400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FFFFFF"/>
              </a:buClr>
              <a:buSzPts val="1350"/>
              <a:buChar char="•"/>
              <a:defRPr/>
            </a:lvl2pPr>
            <a:lvl3pPr indent="-314325" lvl="2" marL="1371600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FFFFFF"/>
              </a:buClr>
              <a:buSzPts val="1350"/>
              <a:buChar char="•"/>
              <a:defRPr/>
            </a:lvl3pPr>
            <a:lvl4pPr indent="-314325" lvl="3" marL="1828800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FFFFFF"/>
              </a:buClr>
              <a:buSzPts val="1350"/>
              <a:buChar char="•"/>
              <a:defRPr/>
            </a:lvl4pPr>
            <a:lvl5pPr indent="-314325" lvl="4" marL="2286000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FFFFFF"/>
              </a:buClr>
              <a:buSzPts val="1350"/>
              <a:buChar char="•"/>
              <a:defRPr/>
            </a:lvl5pPr>
            <a:lvl6pPr indent="-314325" lvl="5" marL="2743200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FFFFFF"/>
              </a:buClr>
              <a:buSzPts val="1350"/>
              <a:buChar char="•"/>
              <a:defRPr/>
            </a:lvl6pPr>
            <a:lvl7pPr indent="-314325" lvl="6" marL="3200400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FFFFFF"/>
              </a:buClr>
              <a:buSzPts val="1350"/>
              <a:buChar char="•"/>
              <a:defRPr/>
            </a:lvl7pPr>
            <a:lvl8pPr indent="-314325" lvl="7" marL="3657600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FFFFFF"/>
              </a:buClr>
              <a:buSzPts val="1350"/>
              <a:buChar char="•"/>
              <a:defRPr/>
            </a:lvl8pPr>
            <a:lvl9pPr indent="-314325" lvl="8" marL="4114800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FFFFFF"/>
              </a:buClr>
              <a:buSzPts val="1350"/>
              <a:buChar char="•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6311798" y="9245600"/>
            <a:ext cx="368504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sp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 Light"/>
              <a:buNone/>
              <a:defRPr sz="1800"/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 Light"/>
              <a:buNone/>
              <a:defRPr sz="1800"/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 Light"/>
              <a:buNone/>
              <a:defRPr sz="1800"/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 Light"/>
              <a:buNone/>
              <a:defRPr sz="1800"/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 Light"/>
              <a:buNone/>
              <a:defRPr sz="1800"/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 Light"/>
              <a:buNone/>
              <a:defRPr sz="1800"/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 Light"/>
              <a:buNone/>
              <a:defRPr sz="1800"/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 Light"/>
              <a:buNone/>
              <a:defRPr sz="1800"/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 Light"/>
              <a:buNone/>
              <a:defRPr sz="1800"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oto - 3 Up">
  <p:cSld name="Photo - 3 Up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/>
          <p:nvPr>
            <p:ph idx="2" type="pic"/>
          </p:nvPr>
        </p:nvSpPr>
        <p:spPr>
          <a:xfrm>
            <a:off x="6718300" y="5092700"/>
            <a:ext cx="5334000" cy="3898900"/>
          </a:xfrm>
          <a:prstGeom prst="rect">
            <a:avLst/>
          </a:prstGeom>
          <a:noFill/>
          <a:ln>
            <a:noFill/>
          </a:ln>
        </p:spPr>
      </p:sp>
      <p:sp>
        <p:nvSpPr>
          <p:cNvPr id="43" name="Google Shape;43;p10"/>
          <p:cNvSpPr/>
          <p:nvPr>
            <p:ph idx="3" type="pic"/>
          </p:nvPr>
        </p:nvSpPr>
        <p:spPr>
          <a:xfrm>
            <a:off x="6718300" y="762000"/>
            <a:ext cx="5334000" cy="3898900"/>
          </a:xfrm>
          <a:prstGeom prst="rect">
            <a:avLst/>
          </a:prstGeom>
          <a:noFill/>
          <a:ln>
            <a:noFill/>
          </a:ln>
        </p:spPr>
      </p:sp>
      <p:sp>
        <p:nvSpPr>
          <p:cNvPr id="44" name="Google Shape;44;p10"/>
          <p:cNvSpPr/>
          <p:nvPr>
            <p:ph idx="4" type="pic"/>
          </p:nvPr>
        </p:nvSpPr>
        <p:spPr>
          <a:xfrm>
            <a:off x="952500" y="762884"/>
            <a:ext cx="5334000" cy="8229601"/>
          </a:xfrm>
          <a:prstGeom prst="rect">
            <a:avLst/>
          </a:prstGeom>
          <a:noFill/>
          <a:ln>
            <a:noFill/>
          </a:ln>
        </p:spPr>
      </p:sp>
      <p:sp>
        <p:nvSpPr>
          <p:cNvPr id="45" name="Google Shape;45;p10"/>
          <p:cNvSpPr txBox="1"/>
          <p:nvPr>
            <p:ph idx="12" type="sldNum"/>
          </p:nvPr>
        </p:nvSpPr>
        <p:spPr>
          <a:xfrm>
            <a:off x="6311798" y="9245600"/>
            <a:ext cx="368504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sp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 Light"/>
              <a:buNone/>
              <a:defRPr sz="1800"/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 Light"/>
              <a:buNone/>
              <a:defRPr sz="1800"/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 Light"/>
              <a:buNone/>
              <a:defRPr sz="1800"/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 Light"/>
              <a:buNone/>
              <a:defRPr sz="1800"/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 Light"/>
              <a:buNone/>
              <a:defRPr sz="1800"/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 Light"/>
              <a:buNone/>
              <a:defRPr sz="1800"/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 Light"/>
              <a:buNone/>
              <a:defRPr sz="1800"/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 Light"/>
              <a:buNone/>
              <a:defRPr sz="1800"/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 Light"/>
              <a:buNone/>
              <a:defRPr sz="1800"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Quote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1"/>
          <p:cNvSpPr txBox="1"/>
          <p:nvPr>
            <p:ph idx="1" type="body"/>
          </p:nvPr>
        </p:nvSpPr>
        <p:spPr>
          <a:xfrm>
            <a:off x="1270000" y="6362700"/>
            <a:ext cx="104648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sp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Helvetica Neue"/>
              <a:buNone/>
              <a:defRPr b="1" sz="28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314325" lvl="1" marL="914400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FFFFFF"/>
              </a:buClr>
              <a:buSzPts val="1350"/>
              <a:buChar char="•"/>
              <a:defRPr/>
            </a:lvl2pPr>
            <a:lvl3pPr indent="-314325" lvl="2" marL="1371600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FFFFFF"/>
              </a:buClr>
              <a:buSzPts val="1350"/>
              <a:buChar char="•"/>
              <a:defRPr/>
            </a:lvl3pPr>
            <a:lvl4pPr indent="-314325" lvl="3" marL="1828800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FFFFFF"/>
              </a:buClr>
              <a:buSzPts val="1350"/>
              <a:buChar char="•"/>
              <a:defRPr/>
            </a:lvl4pPr>
            <a:lvl5pPr indent="-314325" lvl="4" marL="2286000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FFFFFF"/>
              </a:buClr>
              <a:buSzPts val="1350"/>
              <a:buChar char="•"/>
              <a:defRPr/>
            </a:lvl5pPr>
            <a:lvl6pPr indent="-314325" lvl="5" marL="2743200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FFFFFF"/>
              </a:buClr>
              <a:buSzPts val="1350"/>
              <a:buChar char="•"/>
              <a:defRPr/>
            </a:lvl6pPr>
            <a:lvl7pPr indent="-314325" lvl="6" marL="3200400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FFFFFF"/>
              </a:buClr>
              <a:buSzPts val="1350"/>
              <a:buChar char="•"/>
              <a:defRPr/>
            </a:lvl7pPr>
            <a:lvl8pPr indent="-314325" lvl="7" marL="3657600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FFFFFF"/>
              </a:buClr>
              <a:buSzPts val="1350"/>
              <a:buChar char="•"/>
              <a:defRPr/>
            </a:lvl8pPr>
            <a:lvl9pPr indent="-314325" lvl="8" marL="4114800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FFFFFF"/>
              </a:buClr>
              <a:buSzPts val="1350"/>
              <a:buChar char="•"/>
              <a:defRPr/>
            </a:lvl9pPr>
          </a:lstStyle>
          <a:p/>
        </p:txBody>
      </p:sp>
      <p:sp>
        <p:nvSpPr>
          <p:cNvPr id="48" name="Google Shape;48;p11"/>
          <p:cNvSpPr txBox="1"/>
          <p:nvPr>
            <p:ph idx="2" type="body"/>
          </p:nvPr>
        </p:nvSpPr>
        <p:spPr>
          <a:xfrm>
            <a:off x="1270000" y="4254500"/>
            <a:ext cx="10464800" cy="71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>
            <a:lvl1pPr indent="-228600" lvl="0" marL="457200" algn="ctr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Helvetica Neue Light"/>
              <a:buNone/>
              <a:defRPr sz="4000"/>
            </a:lvl1pPr>
            <a:lvl2pPr indent="-314325" lvl="1" marL="914400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FFFFFF"/>
              </a:buClr>
              <a:buSzPts val="1350"/>
              <a:buChar char="•"/>
              <a:defRPr/>
            </a:lvl2pPr>
            <a:lvl3pPr indent="-314325" lvl="2" marL="1371600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FFFFFF"/>
              </a:buClr>
              <a:buSzPts val="1350"/>
              <a:buChar char="•"/>
              <a:defRPr/>
            </a:lvl3pPr>
            <a:lvl4pPr indent="-314325" lvl="3" marL="1828800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FFFFFF"/>
              </a:buClr>
              <a:buSzPts val="1350"/>
              <a:buChar char="•"/>
              <a:defRPr/>
            </a:lvl4pPr>
            <a:lvl5pPr indent="-314325" lvl="4" marL="2286000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FFFFFF"/>
              </a:buClr>
              <a:buSzPts val="1350"/>
              <a:buChar char="•"/>
              <a:defRPr/>
            </a:lvl5pPr>
            <a:lvl6pPr indent="-314325" lvl="5" marL="2743200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FFFFFF"/>
              </a:buClr>
              <a:buSzPts val="1350"/>
              <a:buChar char="•"/>
              <a:defRPr/>
            </a:lvl6pPr>
            <a:lvl7pPr indent="-314325" lvl="6" marL="3200400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FFFFFF"/>
              </a:buClr>
              <a:buSzPts val="1350"/>
              <a:buChar char="•"/>
              <a:defRPr/>
            </a:lvl7pPr>
            <a:lvl8pPr indent="-314325" lvl="7" marL="3657600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FFFFFF"/>
              </a:buClr>
              <a:buSzPts val="1350"/>
              <a:buChar char="•"/>
              <a:defRPr/>
            </a:lvl8pPr>
            <a:lvl9pPr indent="-314325" lvl="8" marL="4114800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FFFFFF"/>
              </a:buClr>
              <a:buSzPts val="1350"/>
              <a:buChar char="•"/>
              <a:defRPr/>
            </a:lvl9pPr>
          </a:lstStyle>
          <a:p/>
        </p:txBody>
      </p:sp>
      <p:sp>
        <p:nvSpPr>
          <p:cNvPr id="49" name="Google Shape;49;p11"/>
          <p:cNvSpPr txBox="1"/>
          <p:nvPr>
            <p:ph idx="12" type="sldNum"/>
          </p:nvPr>
        </p:nvSpPr>
        <p:spPr>
          <a:xfrm>
            <a:off x="6311798" y="9245600"/>
            <a:ext cx="368504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sp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 Light"/>
              <a:buNone/>
              <a:defRPr sz="1800"/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 Light"/>
              <a:buNone/>
              <a:defRPr sz="1800"/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 Light"/>
              <a:buNone/>
              <a:defRPr sz="1800"/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 Light"/>
              <a:buNone/>
              <a:defRPr sz="1800"/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 Light"/>
              <a:buNone/>
              <a:defRPr sz="1800"/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 Light"/>
              <a:buNone/>
              <a:defRPr sz="1800"/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 Light"/>
              <a:buNone/>
              <a:defRPr sz="1800"/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 Light"/>
              <a:buNone/>
              <a:defRPr sz="1800"/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 Light"/>
              <a:buNone/>
              <a:defRPr sz="1800"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oto">
  <p:cSld name="Photo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2"/>
          <p:cNvSpPr/>
          <p:nvPr>
            <p:ph idx="2" type="pic"/>
          </p:nvPr>
        </p:nvSpPr>
        <p:spPr>
          <a:xfrm>
            <a:off x="0" y="0"/>
            <a:ext cx="13004800" cy="9753600"/>
          </a:xfrm>
          <a:prstGeom prst="rect">
            <a:avLst/>
          </a:prstGeom>
          <a:noFill/>
          <a:ln>
            <a:noFill/>
          </a:ln>
        </p:spPr>
      </p:sp>
      <p:sp>
        <p:nvSpPr>
          <p:cNvPr id="52" name="Google Shape;52;p12"/>
          <p:cNvSpPr txBox="1"/>
          <p:nvPr>
            <p:ph idx="12" type="sldNum"/>
          </p:nvPr>
        </p:nvSpPr>
        <p:spPr>
          <a:xfrm>
            <a:off x="6311798" y="9245600"/>
            <a:ext cx="368504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sp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 Light"/>
              <a:buNone/>
              <a:defRPr sz="1800"/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 Light"/>
              <a:buNone/>
              <a:defRPr sz="1800"/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 Light"/>
              <a:buNone/>
              <a:defRPr sz="1800"/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 Light"/>
              <a:buNone/>
              <a:defRPr sz="1800"/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 Light"/>
              <a:buNone/>
              <a:defRPr sz="1800"/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 Light"/>
              <a:buNone/>
              <a:defRPr sz="1800"/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 Light"/>
              <a:buNone/>
              <a:defRPr sz="1800"/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 Light"/>
              <a:buNone/>
              <a:defRPr sz="1800"/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 Light"/>
              <a:buNone/>
              <a:defRPr sz="1800"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idx="12" type="sldNum"/>
          </p:nvPr>
        </p:nvSpPr>
        <p:spPr>
          <a:xfrm>
            <a:off x="6311798" y="9245600"/>
            <a:ext cx="368504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sp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 Light"/>
              <a:buNone/>
              <a:defRPr sz="1800"/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 Light"/>
              <a:buNone/>
              <a:defRPr sz="1800"/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 Light"/>
              <a:buNone/>
              <a:defRPr sz="1800"/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 Light"/>
              <a:buNone/>
              <a:defRPr sz="1800"/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 Light"/>
              <a:buNone/>
              <a:defRPr sz="1800"/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 Light"/>
              <a:buNone/>
              <a:defRPr sz="1800"/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 Light"/>
              <a:buNone/>
              <a:defRPr sz="1800"/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 Light"/>
              <a:buNone/>
              <a:defRPr sz="1800"/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 Light"/>
              <a:buNone/>
              <a:defRPr sz="1800"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3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4" Type="http://schemas.openxmlformats.org/officeDocument/2006/relationships/theme" Target="../theme/theme2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952500" y="406400"/>
            <a:ext cx="11099800" cy="212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0"/>
              <a:buFont typeface="Helvetica Neue Light"/>
              <a:buNone/>
              <a:defRPr b="0" i="0" sz="8000" u="none" cap="none" strike="noStrike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0"/>
              <a:buFont typeface="Helvetica Neue Light"/>
              <a:buNone/>
              <a:defRPr b="0" i="0" sz="8000" u="none" cap="none" strike="noStrike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0"/>
              <a:buFont typeface="Helvetica Neue Light"/>
              <a:buNone/>
              <a:defRPr b="0" i="0" sz="8000" u="none" cap="none" strike="noStrike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0"/>
              <a:buFont typeface="Helvetica Neue Light"/>
              <a:buNone/>
              <a:defRPr b="0" i="0" sz="8000" u="none" cap="none" strike="noStrike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0"/>
              <a:buFont typeface="Helvetica Neue Light"/>
              <a:buNone/>
              <a:defRPr b="0" i="0" sz="8000" u="none" cap="none" strike="noStrike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0"/>
              <a:buFont typeface="Helvetica Neue Light"/>
              <a:buNone/>
              <a:defRPr b="0" i="0" sz="8000" u="none" cap="none" strike="noStrike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0"/>
              <a:buFont typeface="Helvetica Neue Light"/>
              <a:buNone/>
              <a:defRPr b="0" i="0" sz="8000" u="none" cap="none" strike="noStrike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0"/>
              <a:buFont typeface="Helvetica Neue Light"/>
              <a:buNone/>
              <a:defRPr b="0" i="0" sz="8000" u="none" cap="none" strike="noStrike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0"/>
              <a:buFont typeface="Helvetica Neue Light"/>
              <a:buNone/>
              <a:defRPr b="0" i="0" sz="8000" u="none" cap="none" strike="noStrike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952500" y="2590800"/>
            <a:ext cx="11099800" cy="628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rmAutofit/>
          </a:bodyPr>
          <a:lstStyle>
            <a:lvl1pPr indent="-409575" lvl="0" marL="457200" marR="0" rtl="0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FFFFFF"/>
              </a:buClr>
              <a:buSzPts val="2850"/>
              <a:buFont typeface="Helvetica Neue Light"/>
              <a:buChar char="•"/>
              <a:defRPr b="0" i="0" sz="3800" u="none" cap="none" strike="noStrike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-409575" lvl="1" marL="914400" marR="0" rtl="0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FFFFFF"/>
              </a:buClr>
              <a:buSzPts val="2850"/>
              <a:buFont typeface="Helvetica Neue Light"/>
              <a:buChar char="•"/>
              <a:defRPr b="0" i="0" sz="3800" u="none" cap="none" strike="noStrike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-409575" lvl="2" marL="1371600" marR="0" rtl="0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FFFFFF"/>
              </a:buClr>
              <a:buSzPts val="2850"/>
              <a:buFont typeface="Helvetica Neue Light"/>
              <a:buChar char="•"/>
              <a:defRPr b="0" i="0" sz="3800" u="none" cap="none" strike="noStrike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-409575" lvl="3" marL="1828800" marR="0" rtl="0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FFFFFF"/>
              </a:buClr>
              <a:buSzPts val="2850"/>
              <a:buFont typeface="Helvetica Neue Light"/>
              <a:buChar char="•"/>
              <a:defRPr b="0" i="0" sz="3800" u="none" cap="none" strike="noStrike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-409575" lvl="4" marL="2286000" marR="0" rtl="0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FFFFFF"/>
              </a:buClr>
              <a:buSzPts val="2850"/>
              <a:buFont typeface="Helvetica Neue Light"/>
              <a:buChar char="•"/>
              <a:defRPr b="0" i="0" sz="3800" u="none" cap="none" strike="noStrike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-409575" lvl="5" marL="2743200" marR="0" rtl="0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FFFFFF"/>
              </a:buClr>
              <a:buSzPts val="2850"/>
              <a:buFont typeface="Helvetica Neue Light"/>
              <a:buChar char="•"/>
              <a:defRPr b="0" i="0" sz="3800" u="none" cap="none" strike="noStrike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-409575" lvl="6" marL="3200400" marR="0" rtl="0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FFFFFF"/>
              </a:buClr>
              <a:buSzPts val="2850"/>
              <a:buFont typeface="Helvetica Neue Light"/>
              <a:buChar char="•"/>
              <a:defRPr b="0" i="0" sz="3800" u="none" cap="none" strike="noStrike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-409575" lvl="7" marL="3657600" marR="0" rtl="0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FFFFFF"/>
              </a:buClr>
              <a:buSzPts val="2850"/>
              <a:buFont typeface="Helvetica Neue Light"/>
              <a:buChar char="•"/>
              <a:defRPr b="0" i="0" sz="3800" u="none" cap="none" strike="noStrike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-409575" lvl="8" marL="4114800" marR="0" rtl="0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FFFFFF"/>
              </a:buClr>
              <a:buSzPts val="2850"/>
              <a:buFont typeface="Helvetica Neue Light"/>
              <a:buChar char="•"/>
              <a:defRPr b="0" i="0" sz="3800" u="none" cap="none" strike="noStrike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6311798" y="9245600"/>
            <a:ext cx="368504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sp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 Light"/>
              <a:buNone/>
              <a:defRPr b="0" i="0" sz="1800" u="none" cap="none" strike="noStrike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 Light"/>
              <a:buNone/>
              <a:defRPr b="0" i="0" sz="1800" u="none" cap="none" strike="noStrike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 Light"/>
              <a:buNone/>
              <a:defRPr b="0" i="0" sz="1800" u="none" cap="none" strike="noStrike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 Light"/>
              <a:buNone/>
              <a:defRPr b="0" i="0" sz="1800" u="none" cap="none" strike="noStrike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 Light"/>
              <a:buNone/>
              <a:defRPr b="0" i="0" sz="1800" u="none" cap="none" strike="noStrike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 Light"/>
              <a:buNone/>
              <a:defRPr b="0" i="0" sz="1800" u="none" cap="none" strike="noStrike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 Light"/>
              <a:buNone/>
              <a:defRPr b="0" i="0" sz="1800" u="none" cap="none" strike="noStrike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 Light"/>
              <a:buNone/>
              <a:defRPr b="0" i="0" sz="1800" u="none" cap="none" strike="noStrike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 Light"/>
              <a:buNone/>
              <a:defRPr b="0" i="0" sz="1800" u="none" cap="none" strike="noStrike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hyperlink" Target="http://www.hillcountrypassport.com/256-those-first-germans-and-their-breweries" TargetMode="External"/><Relationship Id="rId4" Type="http://schemas.openxmlformats.org/officeDocument/2006/relationships/hyperlink" Target="http://www.texasbreweries.com/except.htm" TargetMode="External"/><Relationship Id="rId5" Type="http://schemas.openxmlformats.org/officeDocument/2006/relationships/hyperlink" Target="https://tshaonline.org/handbook/online/articles/dib01" TargetMode="External"/><Relationship Id="rId6" Type="http://schemas.openxmlformats.org/officeDocument/2006/relationships/hyperlink" Target="https://en.wikipedia.org/wiki/Monument_Hill_and_Kreische_Brewery_State_Historic_Sites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>
            <p:ph idx="4294967295" type="ctrTitle"/>
          </p:nvPr>
        </p:nvSpPr>
        <p:spPr>
          <a:xfrm>
            <a:off x="1270000" y="1638300"/>
            <a:ext cx="10464800" cy="3302000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0"/>
              <a:buFont typeface="Helvetica Neue Light"/>
              <a:buNone/>
            </a:pPr>
            <a:r>
              <a:rPr b="0" i="0" lang="en-US" sz="8000" u="none" cap="none" strike="noStrike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German Breweries in Texas</a:t>
            </a:r>
            <a:endParaRPr/>
          </a:p>
        </p:txBody>
      </p:sp>
      <p:sp>
        <p:nvSpPr>
          <p:cNvPr id="60" name="Google Shape;60;p14"/>
          <p:cNvSpPr txBox="1"/>
          <p:nvPr>
            <p:ph idx="4294967295" type="subTitle"/>
          </p:nvPr>
        </p:nvSpPr>
        <p:spPr>
          <a:xfrm>
            <a:off x="1270000" y="5029200"/>
            <a:ext cx="10464800" cy="11303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 Light"/>
              <a:buNone/>
            </a:pPr>
            <a:r>
              <a:rPr b="0" i="0" lang="en-US" sz="3200" u="none" cap="none" strike="noStrike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Austin Humphrey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 Light"/>
              <a:buNone/>
            </a:pPr>
            <a:r>
              <a:rPr b="0" i="0" lang="en-US" sz="3200" u="none" cap="none" strike="noStrike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JAH7324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"/>
          <p:cNvSpPr txBox="1"/>
          <p:nvPr>
            <p:ph type="title"/>
          </p:nvPr>
        </p:nvSpPr>
        <p:spPr>
          <a:xfrm>
            <a:off x="952500" y="406400"/>
            <a:ext cx="11099800" cy="212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0"/>
              <a:buFont typeface="Helvetica Neue Light"/>
              <a:buNone/>
            </a:pPr>
            <a:r>
              <a:rPr b="0" i="0" lang="en-US" sz="8000" u="none" cap="none" strike="noStrike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Overview</a:t>
            </a:r>
            <a:endParaRPr/>
          </a:p>
        </p:txBody>
      </p:sp>
      <p:sp>
        <p:nvSpPr>
          <p:cNvPr id="66" name="Google Shape;66;p15"/>
          <p:cNvSpPr txBox="1"/>
          <p:nvPr>
            <p:ph idx="1" type="body"/>
          </p:nvPr>
        </p:nvSpPr>
        <p:spPr>
          <a:xfrm>
            <a:off x="952500" y="2590800"/>
            <a:ext cx="11099800" cy="628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rmAutofit/>
          </a:bodyPr>
          <a:lstStyle/>
          <a:p>
            <a:pPr indent="-411479" lvl="0" marL="411479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65"/>
              <a:buFont typeface="Helvetica Neue Light"/>
              <a:buChar char="•"/>
            </a:pPr>
            <a:r>
              <a:rPr lang="en-US" sz="3420"/>
              <a:t>Every community possessing a sizable German population (except Nacogdoches and El Paso) in Texas established a brewery.</a:t>
            </a:r>
            <a:endParaRPr/>
          </a:p>
          <a:p>
            <a:pPr indent="-411479" lvl="0" marL="411479" rtl="0" algn="l">
              <a:lnSpc>
                <a:spcPct val="100000"/>
              </a:lnSpc>
              <a:spcBef>
                <a:spcPts val="3700"/>
              </a:spcBef>
              <a:spcAft>
                <a:spcPts val="0"/>
              </a:spcAft>
              <a:buClr>
                <a:srgbClr val="FFFFFF"/>
              </a:buClr>
              <a:buSzPts val="2565"/>
              <a:buFont typeface="Helvetica Neue Light"/>
              <a:buChar char="•"/>
            </a:pPr>
            <a:r>
              <a:rPr lang="en-US" sz="3420"/>
              <a:t>Innovations such as pasteurization, railroads, and refrigeration led to rapid growth, allowing breweries access to an entirely new market of customers.</a:t>
            </a:r>
            <a:endParaRPr/>
          </a:p>
          <a:p>
            <a:pPr indent="-411479" lvl="0" marL="411479" rtl="0" algn="l">
              <a:lnSpc>
                <a:spcPct val="100000"/>
              </a:lnSpc>
              <a:spcBef>
                <a:spcPts val="3700"/>
              </a:spcBef>
              <a:spcAft>
                <a:spcPts val="0"/>
              </a:spcAft>
              <a:buClr>
                <a:srgbClr val="FFFFFF"/>
              </a:buClr>
              <a:buSzPts val="2565"/>
              <a:buFont typeface="Helvetica Neue Light"/>
              <a:buChar char="•"/>
            </a:pPr>
            <a:r>
              <a:rPr lang="en-US" sz="3420"/>
              <a:t>Beginning as personal home projects, breweries slowly grew into commercial businesses that sold beer locally, and eventually became large, mechanized established which competed nationwide. 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6"/>
          <p:cNvSpPr txBox="1"/>
          <p:nvPr>
            <p:ph type="title"/>
          </p:nvPr>
        </p:nvSpPr>
        <p:spPr>
          <a:xfrm>
            <a:off x="952500" y="406400"/>
            <a:ext cx="11099800" cy="212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0"/>
              <a:buFont typeface="Helvetica Neue Light"/>
              <a:buNone/>
            </a:pPr>
            <a:r>
              <a:rPr b="0" i="0" lang="en-US" sz="8000" u="none" cap="none" strike="noStrike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Home Brewing</a:t>
            </a:r>
            <a:endParaRPr/>
          </a:p>
        </p:txBody>
      </p:sp>
      <p:sp>
        <p:nvSpPr>
          <p:cNvPr id="72" name="Google Shape;72;p16"/>
          <p:cNvSpPr txBox="1"/>
          <p:nvPr>
            <p:ph idx="1" type="body"/>
          </p:nvPr>
        </p:nvSpPr>
        <p:spPr>
          <a:xfrm>
            <a:off x="952500" y="2590800"/>
            <a:ext cx="11099800" cy="628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rmAutofit/>
          </a:bodyPr>
          <a:lstStyle/>
          <a:p>
            <a:pPr indent="-411479" lvl="0" marL="411479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65"/>
              <a:buFont typeface="Helvetica Neue Light"/>
              <a:buChar char="•"/>
            </a:pPr>
            <a:r>
              <a:rPr lang="en-US" sz="3420"/>
              <a:t>After immigrating to Texas in 1842, home breweries became common among Germans.</a:t>
            </a:r>
            <a:endParaRPr/>
          </a:p>
          <a:p>
            <a:pPr indent="-411479" lvl="0" marL="411479" rtl="0" algn="l">
              <a:lnSpc>
                <a:spcPct val="100000"/>
              </a:lnSpc>
              <a:spcBef>
                <a:spcPts val="3700"/>
              </a:spcBef>
              <a:spcAft>
                <a:spcPts val="0"/>
              </a:spcAft>
              <a:buClr>
                <a:srgbClr val="FFFFFF"/>
              </a:buClr>
              <a:buSzPts val="2565"/>
              <a:buFont typeface="Helvetica Neue Light"/>
              <a:buChar char="•"/>
            </a:pPr>
            <a:r>
              <a:rPr lang="en-US" sz="3420"/>
              <a:t>Due to the breweries’ small scale, the 1850 census listed only 19 brewers and distillers.</a:t>
            </a:r>
            <a:endParaRPr/>
          </a:p>
          <a:p>
            <a:pPr indent="-411479" lvl="0" marL="411479" rtl="0" algn="l">
              <a:lnSpc>
                <a:spcPct val="100000"/>
              </a:lnSpc>
              <a:spcBef>
                <a:spcPts val="3700"/>
              </a:spcBef>
              <a:spcAft>
                <a:spcPts val="0"/>
              </a:spcAft>
              <a:buClr>
                <a:srgbClr val="FFFFFF"/>
              </a:buClr>
              <a:buSzPts val="2565"/>
              <a:buFont typeface="Helvetica Neue Light"/>
              <a:buChar char="•"/>
            </a:pPr>
            <a:r>
              <a:rPr lang="en-US" sz="3420"/>
              <a:t>Home brewers weren’t looking to turn a profit, just have available beer in newly settled towns.</a:t>
            </a:r>
            <a:endParaRPr/>
          </a:p>
          <a:p>
            <a:pPr indent="-411478" lvl="1" marL="822959" rtl="0" algn="l">
              <a:lnSpc>
                <a:spcPct val="100000"/>
              </a:lnSpc>
              <a:spcBef>
                <a:spcPts val="3700"/>
              </a:spcBef>
              <a:spcAft>
                <a:spcPts val="0"/>
              </a:spcAft>
              <a:buClr>
                <a:srgbClr val="FFFFFF"/>
              </a:buClr>
              <a:buSzPts val="2565"/>
              <a:buFont typeface="Helvetica Neue Light"/>
              <a:buChar char="•"/>
            </a:pPr>
            <a:r>
              <a:rPr lang="en-US" sz="3420"/>
              <a:t>Technological limitations (no railroad, refrigeration, pasteurization, etc.) prevented transport of beer to areas far away without spoiling its quality.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7"/>
          <p:cNvSpPr txBox="1"/>
          <p:nvPr>
            <p:ph type="title"/>
          </p:nvPr>
        </p:nvSpPr>
        <p:spPr>
          <a:xfrm>
            <a:off x="952500" y="406400"/>
            <a:ext cx="11099800" cy="212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640"/>
              <a:buFont typeface="Helvetica Neue Light"/>
              <a:buNone/>
            </a:pPr>
            <a:r>
              <a:rPr lang="en-US" sz="6640"/>
              <a:t>Rise of Commercial Breweries</a:t>
            </a:r>
            <a:endParaRPr/>
          </a:p>
        </p:txBody>
      </p:sp>
      <p:sp>
        <p:nvSpPr>
          <p:cNvPr id="78" name="Google Shape;78;p17"/>
          <p:cNvSpPr txBox="1"/>
          <p:nvPr>
            <p:ph idx="1" type="body"/>
          </p:nvPr>
        </p:nvSpPr>
        <p:spPr>
          <a:xfrm>
            <a:off x="952500" y="2590800"/>
            <a:ext cx="11099800" cy="628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rmAutofit/>
          </a:bodyPr>
          <a:lstStyle/>
          <a:p>
            <a:pPr indent="-22860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25"/>
              <a:buFont typeface="Helvetica Neue Light"/>
              <a:buChar char="•"/>
            </a:pPr>
            <a:r>
              <a:rPr lang="en-US" sz="1900"/>
              <a:t>As Germans settled down, the size of their breweries began to grow.</a:t>
            </a:r>
            <a:endParaRPr/>
          </a:p>
          <a:p>
            <a:pPr indent="-228600" lvl="0" marL="228600" rtl="0" algn="l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Clr>
                <a:srgbClr val="FFFFFF"/>
              </a:buClr>
              <a:buSzPts val="1425"/>
              <a:buFont typeface="Helvetica Neue Light"/>
              <a:buChar char="•"/>
            </a:pPr>
            <a:r>
              <a:rPr lang="en-US" sz="1900"/>
              <a:t>William Menger’s Western Brewery (1855-1878):</a:t>
            </a:r>
            <a:endParaRPr/>
          </a:p>
          <a:p>
            <a:pPr indent="-228600" lvl="1" marL="457200" rtl="0" algn="l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Clr>
                <a:srgbClr val="FFFFFF"/>
              </a:buClr>
              <a:buSzPts val="1425"/>
              <a:buFont typeface="Helvetica Neue Light"/>
              <a:buChar char="•"/>
            </a:pPr>
            <a:r>
              <a:rPr lang="en-US" sz="1900"/>
              <a:t>Formed in San Antonio in 1855.</a:t>
            </a:r>
            <a:endParaRPr/>
          </a:p>
          <a:p>
            <a:pPr indent="-228600" lvl="1" marL="457200" rtl="0" algn="l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Clr>
                <a:srgbClr val="FFFFFF"/>
              </a:buClr>
              <a:buSzPts val="1425"/>
              <a:buFont typeface="Helvetica Neue Light"/>
              <a:buChar char="•"/>
            </a:pPr>
            <a:r>
              <a:rPr lang="en-US" sz="1900"/>
              <a:t>Considered the first commercial brewery.</a:t>
            </a:r>
            <a:endParaRPr/>
          </a:p>
          <a:p>
            <a:pPr indent="-228600" lvl="1" marL="457200" rtl="0" algn="l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Clr>
                <a:srgbClr val="FFFFFF"/>
              </a:buClr>
              <a:buSzPts val="1425"/>
              <a:buFont typeface="Helvetica Neue Light"/>
              <a:buChar char="•"/>
            </a:pPr>
            <a:r>
              <a:rPr lang="en-US" sz="1900"/>
              <a:t>Largest brewery in Texas when it shutdown in1878.</a:t>
            </a:r>
            <a:endParaRPr/>
          </a:p>
          <a:p>
            <a:pPr indent="-228600" lvl="0" marL="228600" rtl="0" algn="l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Clr>
                <a:srgbClr val="FFFFFF"/>
              </a:buClr>
              <a:buSzPts val="1425"/>
              <a:buFont typeface="Helvetica Neue Light"/>
              <a:buChar char="•"/>
            </a:pPr>
            <a:r>
              <a:rPr lang="en-US" sz="1900"/>
              <a:t>Heinrich Kreische’s Kreische Brewery:</a:t>
            </a:r>
            <a:endParaRPr/>
          </a:p>
          <a:p>
            <a:pPr indent="-228600" lvl="1" marL="457200" rtl="0" algn="l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Clr>
                <a:srgbClr val="FFFFFF"/>
              </a:buClr>
              <a:buSzPts val="1425"/>
              <a:buFont typeface="Helvetica Neue Light"/>
              <a:buChar char="•"/>
            </a:pPr>
            <a:r>
              <a:rPr lang="en-US" sz="1900"/>
              <a:t>Opened in La Grange in 1872.</a:t>
            </a:r>
            <a:endParaRPr/>
          </a:p>
          <a:p>
            <a:pPr indent="-228600" lvl="1" marL="457200" rtl="0" algn="l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Clr>
                <a:srgbClr val="FFFFFF"/>
              </a:buClr>
              <a:buSzPts val="1425"/>
              <a:buFont typeface="Helvetica Neue Light"/>
              <a:buChar char="•"/>
            </a:pPr>
            <a:r>
              <a:rPr lang="en-US" sz="1900"/>
              <a:t>Considered second commercial brewery in Texas.</a:t>
            </a:r>
            <a:endParaRPr/>
          </a:p>
          <a:p>
            <a:pPr indent="-228600" lvl="1" marL="457200" rtl="0" algn="l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Clr>
                <a:srgbClr val="FFFFFF"/>
              </a:buClr>
              <a:buSzPts val="1425"/>
              <a:buFont typeface="Helvetica Neue Light"/>
              <a:buChar char="•"/>
            </a:pPr>
            <a:r>
              <a:rPr lang="en-US" sz="1900"/>
              <a:t>By 1979, became the third largest brewery in the state.</a:t>
            </a:r>
            <a:endParaRPr/>
          </a:p>
          <a:p>
            <a:pPr indent="-228600" lvl="0" marL="228600" rtl="0" algn="l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Clr>
                <a:srgbClr val="FFFFFF"/>
              </a:buClr>
              <a:buSzPts val="1425"/>
              <a:buFont typeface="Helvetica Neue Light"/>
              <a:buChar char="•"/>
            </a:pPr>
            <a:r>
              <a:rPr lang="en-US" sz="1900"/>
              <a:t>Many brewers were also in the hospitality business, running hotels on the side.</a:t>
            </a:r>
            <a:endParaRPr/>
          </a:p>
          <a:p>
            <a:pPr indent="-228600" lvl="1" marL="457200" rtl="0" algn="l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Clr>
                <a:srgbClr val="FFFFFF"/>
              </a:buClr>
              <a:buSzPts val="1425"/>
              <a:buFont typeface="Helvetica Neue Light"/>
              <a:buChar char="•"/>
            </a:pPr>
            <a:r>
              <a:rPr lang="en-US" sz="1900"/>
              <a:t>Ex: William Menger (San Antonio), Thomas Ingenhuitt (Comfort), Charles Nimitz (Fredericksburg)</a:t>
            </a:r>
            <a:endParaRPr/>
          </a:p>
        </p:txBody>
      </p:sp>
      <p:pic>
        <p:nvPicPr>
          <p:cNvPr id="79" name="Google Shape;79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20513" y="3292782"/>
            <a:ext cx="5746488" cy="3557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/>
          <p:nvPr>
            <p:ph type="title"/>
          </p:nvPr>
        </p:nvSpPr>
        <p:spPr>
          <a:xfrm>
            <a:off x="952500" y="406400"/>
            <a:ext cx="11099800" cy="212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640"/>
              <a:buFont typeface="Helvetica Neue Light"/>
              <a:buNone/>
            </a:pPr>
            <a:r>
              <a:rPr lang="en-US" sz="6640"/>
              <a:t>Rise of Mechanized, Large-Scale Breweries</a:t>
            </a:r>
            <a:endParaRPr/>
          </a:p>
        </p:txBody>
      </p:sp>
      <p:sp>
        <p:nvSpPr>
          <p:cNvPr id="85" name="Google Shape;85;p18"/>
          <p:cNvSpPr txBox="1"/>
          <p:nvPr>
            <p:ph idx="1" type="body"/>
          </p:nvPr>
        </p:nvSpPr>
        <p:spPr>
          <a:xfrm>
            <a:off x="952500" y="2590800"/>
            <a:ext cx="11099800" cy="628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rmAutofit/>
          </a:bodyPr>
          <a:lstStyle/>
          <a:p>
            <a:pPr indent="-352043" lvl="1" marL="70408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94"/>
              <a:buFont typeface="Helvetica Neue Light"/>
              <a:buChar char="•"/>
            </a:pPr>
            <a:r>
              <a:rPr lang="en-US" sz="2925"/>
              <a:t>With easier transportation of goods via railroads, Texas breweries exponentially grew in order to compete on the national stage.</a:t>
            </a:r>
            <a:endParaRPr/>
          </a:p>
          <a:p>
            <a:pPr indent="-352043" lvl="1" marL="704087" rtl="0" algn="l">
              <a:lnSpc>
                <a:spcPct val="100000"/>
              </a:lnSpc>
              <a:spcBef>
                <a:spcPts val="3200"/>
              </a:spcBef>
              <a:spcAft>
                <a:spcPts val="0"/>
              </a:spcAft>
              <a:buClr>
                <a:srgbClr val="FFFFFF"/>
              </a:buClr>
              <a:buSzPts val="2194"/>
              <a:buFont typeface="Helvetica Neue Light"/>
              <a:buChar char="•"/>
            </a:pPr>
            <a:r>
              <a:rPr lang="en-US" sz="2925"/>
              <a:t>Lone Star Brewery (1884-1918):</a:t>
            </a:r>
            <a:endParaRPr/>
          </a:p>
          <a:p>
            <a:pPr indent="-352042" lvl="2" marL="1056131" rtl="0" algn="l">
              <a:lnSpc>
                <a:spcPct val="100000"/>
              </a:lnSpc>
              <a:spcBef>
                <a:spcPts val="3200"/>
              </a:spcBef>
              <a:spcAft>
                <a:spcPts val="0"/>
              </a:spcAft>
              <a:buClr>
                <a:srgbClr val="FFFFFF"/>
              </a:buClr>
              <a:buSzPts val="2194"/>
              <a:buFont typeface="Helvetica Neue Light"/>
              <a:buChar char="•"/>
            </a:pPr>
            <a:r>
              <a:rPr lang="en-US" sz="2925"/>
              <a:t>Built in San Antonio in 1884</a:t>
            </a:r>
            <a:endParaRPr/>
          </a:p>
          <a:p>
            <a:pPr indent="-352042" lvl="2" marL="1056131" rtl="0" algn="l">
              <a:lnSpc>
                <a:spcPct val="100000"/>
              </a:lnSpc>
              <a:spcBef>
                <a:spcPts val="3200"/>
              </a:spcBef>
              <a:spcAft>
                <a:spcPts val="0"/>
              </a:spcAft>
              <a:buClr>
                <a:srgbClr val="FFFFFF"/>
              </a:buClr>
              <a:buSzPts val="2194"/>
              <a:buFont typeface="Helvetica Neue Light"/>
              <a:buChar char="•"/>
            </a:pPr>
            <a:r>
              <a:rPr lang="en-US" sz="2925"/>
              <a:t>Formed by Adolphus Busch and a group of local San Antonio businessmen.</a:t>
            </a:r>
            <a:endParaRPr/>
          </a:p>
          <a:p>
            <a:pPr indent="-352042" lvl="2" marL="1056131" rtl="0" algn="l">
              <a:lnSpc>
                <a:spcPct val="100000"/>
              </a:lnSpc>
              <a:spcBef>
                <a:spcPts val="3200"/>
              </a:spcBef>
              <a:spcAft>
                <a:spcPts val="0"/>
              </a:spcAft>
              <a:buClr>
                <a:srgbClr val="FFFFFF"/>
              </a:buClr>
              <a:buSzPts val="2194"/>
              <a:buFont typeface="Helvetica Neue Light"/>
              <a:buChar char="•"/>
            </a:pPr>
            <a:r>
              <a:rPr lang="en-US" sz="2925"/>
              <a:t>First large-scale, mechanized brewery in Texas.</a:t>
            </a:r>
            <a:endParaRPr/>
          </a:p>
          <a:p>
            <a:pPr indent="-352042" lvl="2" marL="1056131" rtl="0" algn="l">
              <a:lnSpc>
                <a:spcPct val="100000"/>
              </a:lnSpc>
              <a:spcBef>
                <a:spcPts val="3200"/>
              </a:spcBef>
              <a:spcAft>
                <a:spcPts val="0"/>
              </a:spcAft>
              <a:buClr>
                <a:srgbClr val="FFFFFF"/>
              </a:buClr>
              <a:buSzPts val="2194"/>
              <a:buFont typeface="Helvetica Neue Light"/>
              <a:buChar char="•"/>
            </a:pPr>
            <a:r>
              <a:rPr lang="en-US" sz="2925"/>
              <a:t>Sold beer in California, Mexico, and Texas.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19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7505" l="0" r="0" t="7505"/>
          <a:stretch/>
        </p:blipFill>
        <p:spPr>
          <a:xfrm>
            <a:off x="1600200" y="635000"/>
            <a:ext cx="9779000" cy="5918200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9"/>
          <p:cNvSpPr txBox="1"/>
          <p:nvPr>
            <p:ph type="title"/>
          </p:nvPr>
        </p:nvSpPr>
        <p:spPr>
          <a:xfrm>
            <a:off x="1270000" y="6718300"/>
            <a:ext cx="10464800" cy="1422400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0"/>
              <a:buFont typeface="Helvetica Neue Light"/>
              <a:buNone/>
            </a:pPr>
            <a:r>
              <a:rPr b="0" i="0" lang="en-US" sz="8000" u="none" cap="none" strike="noStrike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Lone Star Brewery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0"/>
          <p:cNvSpPr txBox="1"/>
          <p:nvPr>
            <p:ph type="title"/>
          </p:nvPr>
        </p:nvSpPr>
        <p:spPr>
          <a:xfrm>
            <a:off x="952500" y="406400"/>
            <a:ext cx="11099800" cy="212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640"/>
              <a:buFont typeface="Helvetica Neue Light"/>
              <a:buNone/>
            </a:pPr>
            <a:r>
              <a:rPr lang="en-US" sz="6640"/>
              <a:t>German Breweries: Prohibition Era</a:t>
            </a:r>
            <a:endParaRPr/>
          </a:p>
        </p:txBody>
      </p:sp>
      <p:sp>
        <p:nvSpPr>
          <p:cNvPr id="97" name="Google Shape;97;p20"/>
          <p:cNvSpPr txBox="1"/>
          <p:nvPr>
            <p:ph idx="1" type="body"/>
          </p:nvPr>
        </p:nvSpPr>
        <p:spPr>
          <a:xfrm>
            <a:off x="952500" y="2590800"/>
            <a:ext cx="11099800" cy="628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rmAutofit/>
          </a:bodyPr>
          <a:lstStyle/>
          <a:p>
            <a:pPr indent="-388620" lvl="0" marL="3886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23"/>
              <a:buFont typeface="Helvetica Neue Light"/>
              <a:buChar char="•"/>
            </a:pPr>
            <a:r>
              <a:rPr lang="en-US" sz="3230"/>
              <a:t>Beginning on January 16, 1919, 13 commercial breweries across Texas were shutdown.</a:t>
            </a:r>
            <a:endParaRPr/>
          </a:p>
          <a:p>
            <a:pPr indent="-388620" lvl="0" marL="388620" rtl="0" algn="l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>
                <a:srgbClr val="FFFFFF"/>
              </a:buClr>
              <a:buSzPts val="2423"/>
              <a:buFont typeface="Helvetica Neue Light"/>
              <a:buChar char="•"/>
            </a:pPr>
            <a:r>
              <a:rPr lang="en-US" sz="3230"/>
              <a:t>Brewers were forced to dabble in other professions temporarily.</a:t>
            </a:r>
            <a:endParaRPr/>
          </a:p>
          <a:p>
            <a:pPr indent="-388619" lvl="1" marL="777240" rtl="0" algn="l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>
                <a:srgbClr val="FFFFFF"/>
              </a:buClr>
              <a:buSzPts val="2423"/>
              <a:buFont typeface="Helvetica Neue Light"/>
              <a:buChar char="•"/>
            </a:pPr>
            <a:r>
              <a:rPr lang="en-US" sz="3230"/>
              <a:t>Otto Koehler’s Pearl Brewery made ice cream and ran a sign company.</a:t>
            </a:r>
            <a:endParaRPr/>
          </a:p>
          <a:p>
            <a:pPr indent="-388619" lvl="1" marL="777240" rtl="0" algn="l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>
                <a:srgbClr val="FFFFFF"/>
              </a:buClr>
              <a:buSzPts val="2423"/>
              <a:buFont typeface="Helvetica Neue Light"/>
              <a:buChar char="•"/>
            </a:pPr>
            <a:r>
              <a:rPr lang="en-US" sz="3230"/>
              <a:t>Kosmos Spoetzl (owner of Shiner) sold ice.</a:t>
            </a:r>
            <a:endParaRPr/>
          </a:p>
          <a:p>
            <a:pPr indent="-388620" lvl="0" marL="388620" rtl="0" algn="l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>
                <a:srgbClr val="FFFFFF"/>
              </a:buClr>
              <a:buSzPts val="2423"/>
              <a:buFont typeface="Helvetica Neue Light"/>
              <a:buChar char="•"/>
            </a:pPr>
            <a:r>
              <a:rPr lang="en-US" sz="3230"/>
              <a:t>For the most part, only larger Texas breweries were able to survive the prohibition era and reopen afterwards.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p21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9653" l="0" r="0" t="9653"/>
          <a:stretch/>
        </p:blipFill>
        <p:spPr>
          <a:xfrm>
            <a:off x="1600200" y="635000"/>
            <a:ext cx="9779000" cy="5918200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21"/>
          <p:cNvSpPr txBox="1"/>
          <p:nvPr>
            <p:ph type="title"/>
          </p:nvPr>
        </p:nvSpPr>
        <p:spPr>
          <a:xfrm>
            <a:off x="1270000" y="6718300"/>
            <a:ext cx="10464800" cy="1422400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480"/>
              <a:buFont typeface="Helvetica Neue Light"/>
              <a:buNone/>
            </a:pPr>
            <a:r>
              <a:rPr lang="en-US" sz="6480"/>
              <a:t>Pearl Brewery (San Antonio)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2"/>
          <p:cNvSpPr txBox="1"/>
          <p:nvPr>
            <p:ph type="title"/>
          </p:nvPr>
        </p:nvSpPr>
        <p:spPr>
          <a:xfrm>
            <a:off x="952500" y="406400"/>
            <a:ext cx="11099800" cy="212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0"/>
              <a:buFont typeface="Helvetica Neue Light"/>
              <a:buNone/>
            </a:pPr>
            <a:r>
              <a:rPr b="0" i="0" lang="en-US" sz="8000" u="none" cap="none" strike="noStrike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Sources</a:t>
            </a:r>
            <a:endParaRPr/>
          </a:p>
        </p:txBody>
      </p:sp>
      <p:sp>
        <p:nvSpPr>
          <p:cNvPr id="109" name="Google Shape;109;p22"/>
          <p:cNvSpPr txBox="1"/>
          <p:nvPr>
            <p:ph idx="1" type="body"/>
          </p:nvPr>
        </p:nvSpPr>
        <p:spPr>
          <a:xfrm>
            <a:off x="952500" y="2590800"/>
            <a:ext cx="11099800" cy="628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rmAutofit/>
          </a:bodyPr>
          <a:lstStyle/>
          <a:p>
            <a:pPr indent="-213359" lvl="1" marL="2921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360"/>
              <a:buFont typeface="Helvetica Neue"/>
              <a:buChar char="•"/>
            </a:pPr>
            <a:r>
              <a:rPr lang="en-US" u="sng">
                <a:solidFill>
                  <a:schemeClr val="hlink"/>
                </a:solidFill>
                <a:hlinkClick r:id="rId3"/>
              </a:rPr>
              <a:t>http://www.hillcountrypassport.com/256-those-first-germans-and-their-breweries</a:t>
            </a:r>
            <a:endParaRPr/>
          </a:p>
          <a:p>
            <a:pPr indent="-213359" lvl="1" marL="2921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360"/>
              <a:buFont typeface="Helvetica Neue"/>
              <a:buChar char="•"/>
            </a:pPr>
            <a:r>
              <a:rPr lang="en-US" u="sng">
                <a:solidFill>
                  <a:schemeClr val="hlink"/>
                </a:solidFill>
                <a:hlinkClick r:id="rId4"/>
              </a:rPr>
              <a:t>http://www.texasbreweries.com/except.htm</a:t>
            </a:r>
            <a:endParaRPr/>
          </a:p>
          <a:p>
            <a:pPr indent="-213359" lvl="1" marL="2921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360"/>
              <a:buFont typeface="Helvetica Neue"/>
              <a:buChar char="•"/>
            </a:pPr>
            <a:r>
              <a:rPr lang="en-US" u="sng">
                <a:solidFill>
                  <a:schemeClr val="hlink"/>
                </a:solidFill>
                <a:hlinkClick r:id="rId5"/>
              </a:rPr>
              <a:t>https://tshaonline.org/handbook/online/articles/dib01</a:t>
            </a:r>
            <a:endParaRPr/>
          </a:p>
          <a:p>
            <a:pPr indent="-213359" lvl="1" marL="2921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360"/>
              <a:buFont typeface="Helvetica Neue"/>
              <a:buChar char="•"/>
            </a:pPr>
            <a:r>
              <a:rPr lang="en-US" u="sng">
                <a:solidFill>
                  <a:schemeClr val="hlink"/>
                </a:solidFill>
                <a:hlinkClick r:id="rId6"/>
              </a:rPr>
              <a:t>https://en.wikipedia.org/wiki/Monument_Hill_and_Kreische_Brewery_State_Historic_Sites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Gradient">
  <a:themeElements>
    <a:clrScheme name="Gradient">
      <a:dk1>
        <a:srgbClr val="000000"/>
      </a:dk1>
      <a:lt1>
        <a:srgbClr val="FFFFFF"/>
      </a:lt1>
      <a:dk2>
        <a:srgbClr val="53585F"/>
      </a:dk2>
      <a:lt2>
        <a:srgbClr val="DCDEE0"/>
      </a:lt2>
      <a:accent1>
        <a:srgbClr val="0065C1"/>
      </a:accent1>
      <a:accent2>
        <a:srgbClr val="189B1A"/>
      </a:accent2>
      <a:accent3>
        <a:srgbClr val="008C91"/>
      </a:accent3>
      <a:accent4>
        <a:srgbClr val="5747C1"/>
      </a:accent4>
      <a:accent5>
        <a:srgbClr val="971817"/>
      </a:accent5>
      <a:accent6>
        <a:srgbClr val="BC8027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Gradient">
  <a:themeElements>
    <a:clrScheme name="Gradient">
      <a:dk1>
        <a:srgbClr val="FF0000"/>
      </a:dk1>
      <a:lt1>
        <a:srgbClr val="FFFFFF"/>
      </a:lt1>
      <a:dk2>
        <a:srgbClr val="53585F"/>
      </a:dk2>
      <a:lt2>
        <a:srgbClr val="DCDEE0"/>
      </a:lt2>
      <a:accent1>
        <a:srgbClr val="0065C1"/>
      </a:accent1>
      <a:accent2>
        <a:srgbClr val="189B1A"/>
      </a:accent2>
      <a:accent3>
        <a:srgbClr val="008C91"/>
      </a:accent3>
      <a:accent4>
        <a:srgbClr val="5747C1"/>
      </a:accent4>
      <a:accent5>
        <a:srgbClr val="971817"/>
      </a:accent5>
      <a:accent6>
        <a:srgbClr val="BC8027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