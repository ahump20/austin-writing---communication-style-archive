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8" name="Google Shape;7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87" name="Google Shape;8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1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1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1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1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1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1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1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1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1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1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1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1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18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8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8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1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n-US"/>
              <a:t>Should College Athletes be Paid?</a:t>
            </a:r>
            <a:endParaRPr/>
          </a:p>
        </p:txBody>
      </p:sp>
      <p:sp>
        <p:nvSpPr>
          <p:cNvPr id="203" name="Google Shape;203;p19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By: Austin Humphrey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Overview</a:t>
            </a:r>
            <a:endParaRPr/>
          </a:p>
        </p:txBody>
      </p:sp>
      <p:pic>
        <p:nvPicPr>
          <p:cNvPr id="209" name="Google Shape;209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92" r="2091" t="0"/>
          <a:stretch/>
        </p:blipFill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pic>
      <p:sp>
        <p:nvSpPr>
          <p:cNvPr id="210" name="Google Shape;210;p2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The Counter-Argument: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Why should players be paid?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Main Argument: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Breaking down revenue by sport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Scholarships and other benefits for student-athletes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Counter: Why College Athletes Should Be Paid</a:t>
            </a:r>
            <a:endParaRPr/>
          </a:p>
        </p:txBody>
      </p:sp>
      <p:sp>
        <p:nvSpPr>
          <p:cNvPr id="216" name="Google Shape;216;p21"/>
          <p:cNvSpPr txBox="1"/>
          <p:nvPr>
            <p:ph idx="1" type="body"/>
          </p:nvPr>
        </p:nvSpPr>
        <p:spPr>
          <a:xfrm>
            <a:off x="680322" y="2336873"/>
            <a:ext cx="5195546" cy="3714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Athletic departments generate millions a year for universities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Trending up for most schools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Student-athletes claim scholarship benefits are barely sufficient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Cost of coaches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Jim Harbaugh’s $9+ million contract (USA Today)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Extravagant stadiums costs</a:t>
            </a:r>
            <a:endParaRPr/>
          </a:p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4524" y="2336873"/>
            <a:ext cx="5623343" cy="371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Breaking Down Revenue By Sport</a:t>
            </a:r>
            <a:endParaRPr/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Men’s basketball/football are only consistent revenue generators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At University of Florida </a:t>
            </a:r>
            <a:r>
              <a:rPr i="1" lang="en-US" u="sng"/>
              <a:t>combined</a:t>
            </a:r>
            <a:r>
              <a:rPr lang="en-US"/>
              <a:t> for roughly </a:t>
            </a:r>
            <a:r>
              <a:rPr i="1" lang="en-US" u="sng"/>
              <a:t>$46.5 million</a:t>
            </a:r>
            <a:r>
              <a:rPr i="1" lang="en-US"/>
              <a:t> </a:t>
            </a:r>
            <a:r>
              <a:rPr lang="en-US"/>
              <a:t>in revenue (Forbes, 2012)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All other sports combined </a:t>
            </a:r>
            <a:r>
              <a:rPr i="1" lang="en-US" u="sng"/>
              <a:t>lost</a:t>
            </a:r>
            <a:r>
              <a:rPr lang="en-US"/>
              <a:t> UF </a:t>
            </a:r>
            <a:r>
              <a:rPr i="1" lang="en-US" u="sng"/>
              <a:t>$12.3 million </a:t>
            </a:r>
            <a:r>
              <a:rPr lang="en-US"/>
              <a:t>(Forbes, 2012)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Many departments fail to break even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Only 24 FBS schools had positive surplus (NCAA, 2014)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Leaves the university to subsidize failing programs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b="1" i="1" lang="en-US"/>
              <a:t>If positive earnings (if positive) only produced by two sports, why should all athletes be paid?</a:t>
            </a:r>
            <a:endParaRPr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680321" y="753228"/>
            <a:ext cx="9476553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Reasons Why Current Benefits Suffice</a:t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680321" y="2336873"/>
            <a:ext cx="9613861" cy="382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Scholarships include food, medical care, tuition, tutoring, and the NCAA Student Assistant Fund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Full men’s basketball scholarship worth up to $120,000/year (NCAA)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No post-grad debt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Average college student graduates with $35,200 in debt (NCAA)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Lack of education in budgeting money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Roughly 78% of NFL players bankrupt 3 years after retirement (</a:t>
            </a:r>
            <a:r>
              <a:rPr i="1" lang="en-US"/>
              <a:t>Sports Illustrated</a:t>
            </a:r>
            <a:r>
              <a:rPr lang="en-US"/>
              <a:t>, 2009)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They’re college students, not professionals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b="1" i="1" lang="en-US"/>
              <a:t>Considering current compensation coupled with college students/athletes track record with budgeting, why a salary?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35" name="Google Shape;235;p24"/>
          <p:cNvSpPr txBox="1"/>
          <p:nvPr>
            <p:ph idx="1" type="body"/>
          </p:nvPr>
        </p:nvSpPr>
        <p:spPr>
          <a:xfrm>
            <a:off x="680322" y="2336873"/>
            <a:ext cx="5748614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Recap: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Large distribution in positive earnings between sports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Various non-monetary benefits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Now next time you’re watching the Horns kick OU up and down the field, you’ll have a background on how these athletes get by off it!</a:t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8936" y="2336873"/>
            <a:ext cx="5582334" cy="3721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Reference Page</a:t>
            </a:r>
            <a:endParaRPr/>
          </a:p>
        </p:txBody>
      </p:sp>
      <p:sp>
        <p:nvSpPr>
          <p:cNvPr id="242" name="Google Shape;242;p2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1800"/>
              <a:t>Dosh, K. (2012, July 30). Does Football Fund Other Sports At College Level? Retrieved April 08, 2017, from https://www.forbes.com/sites/sportsmoney/2011/05/05/des-football-fund-other-sports-at-college-level/#50933b0371c2.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1800"/>
              <a:t>Watkins, M. (2016, March 17). Protecting the Weak Side: College Football Revenue Props Up Other Sports. Retrieved April 08, 2017, from https://www.texastribune.org/2016/03/17/how-college-football-props-entire-athletic-departm/.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1800"/>
              <a:t>Steinberg, L. (2015, February 09). 5 Reasons Why 80% Of Retired NFL Players Go Broke. Retrieved April 08, 2017, from https://www.forbes.com/sites/leighsteinberg/2015/02/09/5-reasons-why-80-of-retired-nfl-players-go-broke/#7f691d5b78cc.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1800"/>
              <a:t>TORRE, P. S. (2009, March 23). How (and Why) Athletes Go Broke. Retrieved April 08, 2017, from https://www.si.com/vault/2009/03/23/105789480/how-and-why-athletes-go-broke#.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1800"/>
              <a:t>D. (2014, January 03). Benefits to College Student-Athletes. Retrieved April 10, 2017, from http://www.ncaa.org/student-athletes/benefits-college-student-athletes.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1800"/>
              <a:t>USA TODAY Sports. (n.d.). Retrieved April 10, 2017, from http://sports.usatoday.com/ncaa/salaries/.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1800"/>
              <a:t>S. (2015, September 18). Athletics departments that make more than they spend still a minority. Retrieved April 10, 2017, from http://www.ncaa.org/about/resources/media-center/news/athletics-departments-make-more-they-spend-still-minority.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rli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